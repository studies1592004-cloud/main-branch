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Large Models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LR Schedules · Batch Size · Mixed Precision · Gradient Clipping · Data Augmentation · Debugging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Absolute Beginners — No Prior Knowledge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in Section 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7772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Loop Anatomy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Epoch, iteration, batch — the mechanics of one training cycle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316736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167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316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Rate Schedules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5270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Warmup, cosine annealing, OneCycleLR — when and how to decay lr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56232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562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8562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Size &amp; Scaling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665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 rule, gradient accumulation, large batch effects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95728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95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3957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Precision (AMP)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60604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vs FP32, loss scaling, 2× speedup with BF16/FP16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35224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352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29352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Clipping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14553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exploding gradients; norm clipping vs value clipping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747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474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Augmentation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685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crop/flip/color jitter, Mixup, CutMix, RandAugment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14216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0142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0142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Diagnostics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22452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curves, gradient norms, dead neurons — reading the signals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553712"/>
            <a:ext cx="45720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55371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45537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Training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76402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parallel, model parallel, gradient synchronization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Loop Anatomy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Epochs, iterations, batches — the mechanics of learning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Training Loop — Step by Step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epoch in range(num_epochs):              # outer loop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model.train()                              # enable dropout, BN train 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batch_idx, (images, labels) in enumerate(train_loader):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--- FORWARD PASS 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images, labels = images.to(device), labels.to(device)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optimizer.zero_grad()                    # clear accumulated gradients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predictions = model(images)              # forward pass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loss = criterion(predictions, labels)    # compute loss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--- BACKWARD PASS 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loss.backward()                          # compute gradients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torch.nn.utils.clip_grad_norm_(model.parameters(), max_norm=1.0)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optimizer.step()                         # update weights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scheduler.step()                         # update learning 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--- VALIDATION 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model.eval()                               # disable dropout, BN eval 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torch.no_grad():                      # no gradient tracking needed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val_images, val_labels in val_loader: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val_preds = model(val_images)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val_loss  = criterion(val_preds, val_labels)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--- LOG &amp; SAVE 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print(f'Epoch {epoch}: train_loss={loss:.4f}, val_loss={val_loss:.4f}')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val_loss &lt; best_val_loss: torch.save(model.state_dict(), 'best.pth')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Every detail matters — zero_grad() before backward, model.eval() for validation, no_grad() to save memory at inference.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Training Concepts — Epoch, Batch, Iteration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 scales in training: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Epoch: one complete pass through the entire training dataset. After each epoch: run validation, log metrics, possibly adjust LR.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(step): one forward+backward pass on ONE mini-batch. The unit of optimizer.step().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iterations_per_epoch = ceil(N / batch_size). E.g., 50,000 samples, batch=128 → 391 iterations/epoch.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effects: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 (8–32): noisier gradient estimates → acts as regularizer, often better generalization. Slower training per epoch (more iterations).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batch (256–8192): smoother gradients, more stable training, GPU-efficient. May need LR scaling and warmup. Can overfit more easily.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model.train() vs model.eval():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model.train(): Batch Norm uses batch statistics (mean/var from current batch). Dropout is active (randomly zeros neurons).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model.eval(): Batch Norm uses running statistics (accumulated during training). Dropout is disabled (all neurons active).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always set model.eval() before validation/inference and model.train() before training. Forgetting this is one of the most common bugs.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Rate Schedules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to decay the learning rate during training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Schedule Shapes — Visual Comparison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LR ↑             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CONSTANT        STEP DECAY        COSINE ANNEALING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─────────       ──┐               ╮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└──┐             ╰──╮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└──┐              ╰──╮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└──              ╰──→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└──────────────────────────────────────────────→ step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WARMUP + COSINE                  ONE-CYCLE LR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LR ↑         ╮                  LR ↑    ╭─╮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╭────────╯╲                │       /   ╲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/            ╲              │      /      ╲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/               ╲           │     /         ╲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/                 ─→         │    /            ──→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         └───────────────────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warmup  cosine decay          ramp up then down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CYCLIC LR        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LR ↑  /\  /\  /\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/  \/  \/  ╲──→  repeat cycles with decaying max LR   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Warmup + cosine decay is the modern standard. OneCycleLR often achieves equivalent results in fewer epochs.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Schedules — Which to Use and When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schedule can reduce training time by 30–50%: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LR: simple baseline. Often suboptimal — late training benefits from smaller steps to fine-tune into sharp minima.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decay: multiply LR by γ (e.g., 0.1) every N epochs. Simple and effective. Produces visible 'steps' in loss curves. Default for classic ResNet papers.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annealing: LR(t) = lr_min + 0.5(lr_max - lr_min)(1 + cos(πt/T)). Smooth decay to near zero. Periodic restarts (SGDR) can escape local minima.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warmup + cosine: start from ~0, linearly ramp to lr_max over K steps (typically 5% of total steps), then cosine decay. Standard for transformers, ViT, large ResNets.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OneCycleLR: ramp LR up to max then back down in a single cycle. Momentum decreases as LR increases. Often achieves same accuracy as cosine in 50% of the epochs.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good initial LR: use the LR Range Test (Smith, 2017). Sweep LR from 1e-7 to 10 over ~100 iterations, plot loss vs LR. Pick the LR just before loss starts to increase.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schedulers: CosineAnnealingLR, OneCycleLR, LinearLR, ReduceLROnPlateau (monitors val loss, decays when plateau detected).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Size &amp; Scaling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 rule, gradient accumulation, and large-batch training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Linear Scaling Rule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increase batch size by k×, multiply the learning rate by k× to maintain equivalent training dynamics. This is the Linear Scaling Rule (Goyal et al., Facebook, 2017 — trained ResNet-50 in 1 hour on 256 GPUs).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batch of 256 samples estimates the gradient 8× more accurately than a batch of 32. You can take a larger step. The noise level drops by √8, so the optimal step size scales by ~8×.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justification: SGD dynamics are equivalent for (lr, B) and (k×lr, k×B) under the linear scaling rule (approximately, for small lr).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paper trained with B=256, lr=0.1. You want B=2048 (8× larger). New lr = 0.8.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the rule breaks for very large batches (B &gt; 8192 for ImageNet). Beyond a critical batch size, accuracy degrades even with scaled LR. Requires stronger regularization.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becomes essential: with large LR, training is unstable at step 0 (random weights). Always warm up for 5 epochs minimum when using large batches.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Accumulation — Simulating Large Batches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Pattern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batch requires large GPU memory. A batch of 1024 images may not fit in 24GB VRAM.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Gradient Accumulation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 smaller batches without optimizer.step(). Gradients accumulate (sum). After K batches, call optimizer.step() + zero_grad().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size = K × mini_batch_size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K=8, mini_batch=64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Effective batch = 512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as batch=512 in a single step.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cost = mini_batch only.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PATTERN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optimizer.zero_grad()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i, (x, y) in enumerate(loader):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loss = model(x, y) / K  # scale loss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loss.backward()         # accumulate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(i+1) % K == 0: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optimizer.step()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optimizer.zero_grad()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divide loss by K (or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loss.backward() with the full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in the denominator).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gradients are K× too large.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training with very large models (LLMs, ViT-H), when VRAM is the bottleneck.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Precision Training (AMP)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FP16/BF16 for 2× speed and memory with no accuracy loss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Mixed Precision?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GPUs (NVIDIA A100, H100, RTX 30/40xx) have specialized hardware for FP16 and BF16 matrix multiplication that runs 2–4× faster and uses half the memory compared to FP32. Mixed precision training uses FP16/BF16 for most operations while keeping FP32 where numerical precision matters.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(float32): 32 bits. Range: ±3.4×10³⁸. Precision: ~7 decimal digits. Standard for training.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(float16): 16 bits. Range: ±65,504. Precision: ~3 decimal digits. Fast but can overflow/underflow.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(bfloat16): 16 bits. Same exponent range as FP32 (±3.4×10³⁸) but less mantissa precision. Less overflow risk than FP16. Preferred on A100/H100.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strategy: forward pass and backward pass in FP16/BF16, weight updates in FP32. The master weights (FP32) accumulate small gradient updates that would underflow in FP16.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~2× on modern GPUs. Memory: 50% reduction in activation memory → can use 2× larger batch or model.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 Training — FP16 Forward, FP32 Master Weights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STANDARD FP32 TRAINING:             MIXED PRECISION (AMP):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 (FP32)                       Master Weights (FP32)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                   │  copy to FP16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                 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Forward pass (FP32)                  Weights (FP16)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                 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 (FP32)                          Forward pass (FP16) ← 2× faster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                 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Backward pass (FP32)                 Loss (FP32)   ← keep in FP32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                   │  × loss_scale (e.g. 2^16)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                 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Gradients (FP32)                     Backward pass (FP16) ← 2× faster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                   │  ÷ loss_scale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                 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 update (FP32)                 Gradients (FP32) ← unscale + clip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Update Master Weights (FP32)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PyTorch AMP: scaler = GradScaler(); with autocast(): ...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Loss scaling prevents FP16 underflow. PyTorch's GradScaler automatically manages the scale factor, increasing it when stable.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 — PyTorch Code Pattern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makes AMP nearly transparent with autocast and GradScaler: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torch.cuda.amp import autocast, GradScaler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GradScaler()                    # manages loss scale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images, labels in train_loader: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optimizer.zero_grad()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autocast():                        # FP16 forward+backward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predictions = model(images)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criterion(predictions, labels)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scaler.scale(loss).backward()           # scaled backward pass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scaler.unscale_(optimizer)              # unscale for clipping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torch.nn.utils.clip_grad_norm_(model.parameters(), 1.0)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scaler.step(optimizer)                  # update (skips if inf/nan)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scaler.update()                         # adjust scale factor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autocast(): automatically casts ops to FP16 where safe (matmul, conv) and keeps FP32 where needed (softmax, BN, loss). No manual annotation needed.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GradScaler: multiplies loss by scale factor (starts at 2^16) before backward. Divides gradients by scale factor before optimizer.step(). If gradients contain inf/NaN → skip the update and halve the scale factor.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alternative (A100+): with torch.autocast(device_type='cuda', dtype=torch.bfloat16) — no GradScaler needed (BF16 has FP32 range, no overflow risk).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speedup: 1.5–3× depending on model size and GPU. Larger models benefit more (more matmuls).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Clipping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exploding gradients from destabilizing training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Clipping — Norm Clipping vs Value Clipping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 prevents optimizer steps from being too large when gradients spike (due to hard examples, early training instability, or exploding gradient pathology in RNNs).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clipping (recommended): compute the global L2 norm of ALL gradients concatenated. If norm &gt; threshold, scale ALL gradients down proportionally so total norm = threshold.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if ||g|| &gt; clip_norm: g ← g × (clip_norm / ||g||)  where g = all gradient values stacked.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torch.nn.utils.clip_grad_norm_(model.parameters(), max_norm=1.0)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clipping: clamp each gradient value independently to [-clip_val, +clip_val]. Simpler but changes gradient directions. Used for RNNs in early implementations.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always for RNNs/LSTMs. For transformers: clip norm at 1.0. For CNNs: often not needed but good practice. With AMP: call clip after unscale_ (so you clip the actual gradients, not the scaled ones).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Diagnosing: monitor the gradient norm each step. Normal range: 0.1–5.0. Sudden spike to 100+ → exploding gradient about to destabilize training. Clip saves the run.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Augmentation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Artificially expanding the dataset to improve generalization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Data Augmentation?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applies random transformations to training images to create new training examples. The model sees a different version of each image on every epoch — forcing it to learn features that are invariant to these transformations.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if a transformation doesn't change the label, it shouldn't change the model's prediction. Training on augmented data teaches this invariance.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augmentations for ImageNet training: random resized crop (224×224 from 256×256), horizontal flip (p=0.5), color jitter (brightness, contrast, saturation, hue), normalization.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CutOut/Random Erasing: randomly mask a rectangular patch to zero. Forces model to use multiple regions for classification, not rely on one discriminative patch.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(Zhang, 2018): mix two training images linearly: x_mix = λx_i + (1-λ)x_j, y_mix = λy_i + (1-λ)y_j. Trains on a blend of two examples with blended labels. Regularizes the model to predict smoothly between classes.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CutMix: paste a random crop from one image onto another, mixing labels proportionally to area. Combines regional invariance with label mixing. Often better than Mixup for object classification.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RandAugment (Cubuk, 2020): automatically select N augmentation operations from a policy space, each applied with magnitude M. Eliminates manual augmentation tuning. Standard for modern vision models.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Augmentation Strategies — When to Use Each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Augmentations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Crop + Resize: 224×224 from 256×256 image.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Flip: p=0.5 (don't use vertical flip for natural images).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Jitter: brightness±0.4, contrast±0.4, saturation±0.4, hue±0.1.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Blur: p=0.5, σ=(0.1, 2.0). Useful for self-supervised learning.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all image classification and detection tasks.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04672"/>
            <a:ext cx="4206240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&amp; CutMix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Mixup: x = λx_i + (1-λ)x_j, labels interpolated. λ ~ Beta(α,α).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CutMix: paste patch from img_j into img_i; label = area ratio.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calibration (models are less overconfident).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~0.5-1% top-1 accuracy on ImageNet.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classification. Avoid for detection (bounding boxes don't mix cleanly).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62072"/>
            <a:ext cx="4206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RandAugment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apply N random ops from {rotate, shear, posterize, equalize, ...}.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 applied at magnitude M (same M for all ops).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hyperparameters: N and M. N=2, M=9 is standard.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augmentation policy search needed.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EfficientNet, ViT, most recent SOTA models.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62072"/>
            <a:ext cx="4206240" cy="329184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 (TTA)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inference: run multiple augmented versions of the same image.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predictions across all versions.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crop center + 4 corners + horizontal flips = 10 crops.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accuracy by ~0.5-1% with no retraining.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10× inference time. Used in competitions, not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Mixup vs CutMix — Visualized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MIXUP: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A (cat):   [cat pixels]   λ = 0.7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B (dog):   [dog pixels]   (1-λ) = 0.3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Mixed image = 0.7 × [cat pixels] + 0.3 × [dog pixels]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ghostly overlap of cat and dog (like a double exposure)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Mixed label = [0.7, 0.3]  (70% cat, 30% dog)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CUTMIX: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A (cat):   ┌─────────────────┐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│  cat  │░░░░░░░░ │  ← patch from Image B (dog)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│  cat  │░ dog ░░ │     pasted into Image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│  cat  │░░░░░░░░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└─────────────────┘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Patch area = 40% of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Mixed label = [0.6, 0.4]  (60% cat, 40% dog)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Why CutMix &gt; Mixup for classification: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CutMix creates clear regional features (cat region IS cat).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Mixup creates blurry ambiguous pixels — harder to learn from.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CutMix forces the model to use discriminative LOCAL regions.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CutMix is generally preferred over Mixup for vision tasks. Both improve calibration and robustness to distribution shift.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Diagnostics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loss curves, gradient norms, and activation statistics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Curve Patterns — Diagnosing Training Problems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HEALTHY TRAINING:             OVERFITTING: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 ↑                        Loss 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train ╲                    │  train ╲────────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val   ╲──→                 │  val    ╲────╱↑ ← val rises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(converge)         │                   (gap growing)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└────────────────→ epoch      └────────────────→ epoch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Fix: nothing needed           Fix: more data, augmentation, dropout, weight decay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UNDERFITTING:                 LR TOO HIGH: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 ↑                        Loss 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─────────────────          │  ↗↘↗↘↗↘ (oscillates)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(both flat, too high)      │             (never converges)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└────────────────→ epoch      └────────────────→ epoch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Fix: bigger model, more epochs, lower regularization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Fix: lower LR, add warmup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LR TOO LOW:                   DEAD PLATEAU: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 ↑                        Loss 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╲ (very slow descent)      │  ──╮ (stuck, then drop)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╲──────────────→          │    ╰──→ (LR decay kicked 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└────────────────→ epoch      └────────────────→ epoch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Fix: increase LR or use LR finder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Sign: model stuck at saddle point until LR decays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Train and val loss curves tell you almost everything. Check them every few epochs. Address problems early — don't wait until the end.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Monitor During Training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loss curves — a checklist of metrics to track every run: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and val loss: both should decrease. Gap between them = overfitting. If train loss doesn't decrease → learning rate too low, bug in code, or wrong model.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 and val accuracy: top-1 for classification. Should track loss curves closely.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norm: log the L2 norm of all gradients each step. Should be in range 0.1–5.0. Spikes → exploding gradient. Consistently near zero → vanishing gradient (dead neurons).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log current LR each step. Confirm schedule is working as expected.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utilization: should be &gt;90%. If low → data loading is bottleneck. Fix: increase DataLoader num_workers, use prefetch, cache data to SSD.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memory: watch for OOM errors. If tight: reduce batch size, use gradient checkpointing, use AMP.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TensorBoard (free, built-in PyTorch), Weights &amp; Biases (W&amp;B, industry standard), MLflow. Log everything — experiments without logs are hard to reproduce and debug.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strategy: save the model with lowest val loss (not final epoch). Use early stopping: halt if val loss doesn't improve for 10 epochs.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Training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parallelism, model parallelism, and gradient synchronization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Parallel vs Model Parallel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Parallelism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Parallelism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PARALLELISM (most common)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BATCH across GPUs.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GPU holds a copy of the full model.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Broadcast model weights to all GPUs.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Split batch — GPU0 gets [0:N/4], GPU1 gets [N/4:N/2], etc.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Each GPU runs forward+backward independently.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All-Reduce: sum gradients across all GPUs, broadcast back.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Each GPU updates its local model (now identical).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 = GPU_batch × num_GPUs.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near-linear for large models/batches.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DistributedDataParallel (DDP) — preferred over DataParallel.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PARALLELISM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MODEL across GPUs.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GPU holds a subset of layers.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data flows GPU0→GPU1→...→GPUn.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model is too large for one GPU (e.g., LLMs with 70B+ params).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parallelism: split layers into stages. Process multiple micro-batches in pipeline fashion to reduce GPU idle time.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parallelism: split individual weight matrices across GPUs (Megatron-LM approach).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(DeepSpeed): shard optimizer states, gradients, and parameters across GPUs. Enables training models that wouldn't fit even with model parallelism alone.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DDP — Distributed Data Parallel All-Reduce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4-GPU DDP training, batch=256 (64 per GPU):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GPU0          GPU1          GPU2          GPU3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Model(copy)   Model(copy)   Model(copy)   Model(copy)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Batch[0:64]   Batch[64:128] Batch[128:192] Batch[192:256]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│              │              │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▼              ▼              ▼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Forward        Forward        Forward        Forward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Loss=0.42      Loss=0.38      Loss=0.45      Loss=0.40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│              │              │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▼              ▼              ▼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Backward       Backward       Backward       Backward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grad_g0        grad_g1        grad_g2        grad_g3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│              │              │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└──────────────┴──── All-Reduce ────┴──────────────┘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sum and average gradients across all GPUs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each GPU receives the same averaged gradient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│              │              │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▼              ▼              ▼       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optimizer.step() on each GPU → identical weight updates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 model copies remain synchronized.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All-Reduce is communication-efficient: O(N) data transferred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regardless of number of GPUs (using ring-all-reduce).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DDP all-reduce averages gradients, not outputs. Each GPU runs the full model independently — communication only at gradient sync.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H —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Loop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331720" y="987552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 → forward → loss → backward → clip → step → scheduler. model.train() for training, model.eval() for validation. Always checkpoint best val loss.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76756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7675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LR Schedule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31720" y="1504188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(5% of steps) + cosine decay = modern standard. OneCycleLR: fast convergence in one cycle. LR Finder: sweep 1e-7→10, pick before loss spike.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Batch Size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31720" y="2020824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scaling: k× batch → k× LR. Gradient accumulation: run K small batches, divide loss by K, then step. Enables large effective batch on limited VRAM.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00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AMP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253746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FP16/BF16 forward+backward. FP32 master weights. Loss scaling prevents underflow. autocast() + GradScaler = 2× speed, 50% memory. BF16 needs no scaler on A100+.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266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Grad Clip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3054096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clipping: if ||g||&gt;max_norm, scale all gradients down. clip_grad_norm_(params, 1.0). Essential for RNNs/transformers. Monitor grad norm every step.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43300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433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Augmentation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31720" y="3570732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RandAugment (N=2, M=9) for modern models. Mixup/CutMix: blend images and labels — CutMix better for classification. TTA: 10-crop averaging at inference.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59936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599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 Diagnostics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4087368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train/val loss, grad norm, LR, GPU util. Overfitting: val loss rises. LR too high: oscillation. Fix early — don't wait until training ends.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576572"/>
            <a:ext cx="1737360" cy="43891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765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 Distributed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31720" y="4604004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DDP: each GPU has full model, split batch, all-reduce gradients. Model parallel: split layers across GPUs. ZeRO: shard optimizer states to fit giant models.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Section H — Training Large Models</dc:title>
  <dc:subject>PptxGenJS Presentation</dc:subject>
  <dc:creator>PptxGenJS</dc:creator>
  <cp:lastModifiedBy>PptxGenJS</cp:lastModifiedBy>
  <cp:revision>1</cp:revision>
  <dcterms:created xsi:type="dcterms:W3CDTF">2026-03-10T03:50:03Z</dcterms:created>
  <dcterms:modified xsi:type="dcterms:W3CDTF">2026-03-10T03:50:03Z</dcterms:modified>
</cp:coreProperties>
</file>