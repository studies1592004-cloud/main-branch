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2193D"/>
          </a:solidFill>
          <a:ln w="12700">
            <a:solidFill>
              <a:srgbClr val="121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&amp; Loss Functions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Classification · Detection mAP · Segmentation mIoU · Image Quality · Box/Class/DFL/Focal/Seg Losses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Absolute Beginners — No Prior Knowledge Required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 in Section 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5720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7772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Metrics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98755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ROC-AUC, confusion matrix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316736"/>
            <a:ext cx="45720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167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3167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Metrics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52704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AP, mAP, COCO AP, AR — how the precision-recall curve becomes a number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856232"/>
            <a:ext cx="45720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85623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18562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Segmentation Metrics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0665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 (Jaccard), Dice coefficient, boundary F1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395728"/>
            <a:ext cx="45720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3957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23957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Quality Metrics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60604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PSNR, SSIM, LPIPS, FID — pixel-level and perceptual quality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35224"/>
            <a:ext cx="45720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352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29352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Losses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145536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Cross-entropy, focal loss, label smoothing, knowledge distillation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474720"/>
            <a:ext cx="45720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4747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3474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Box Regression Losses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368503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MSE, SmoothL1, IoU loss, GIoU, CIoU, DIoU — why IoU-based wins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014216"/>
            <a:ext cx="45720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0142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40142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DFL &amp; Objectness Losses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422452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Focal Loss (YOLOv8), objectness BCE, OTA assignment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553712"/>
            <a:ext cx="45720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55371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45537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Segmentation &amp; Other Losses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476402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CE mask loss, Dice loss, combined losses, total loss weighting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Metrics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ROC-AUC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 — The Foundation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classification metrics derive from the confusion matrix: a table of predicted vs actual labels. For binary classification: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Predicted Positive   Predicted Negative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Actual Pos:  TP (True Positive)   FN (False Negative)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Actual Neg:  FP (False Positive)  TN (True Negative)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Accuracy  = (TP + TN) / (TP + TN + FP + FN)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Precision = TP / (TP + FP)   [of all predicted positives, how many are real?]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Recall    = TP / (TP + FN)   [of all real positives, how many did we find?]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F1 Score  = 2 * Precision * Recall / (Precision + Recall)  [harmonic mean]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Specificity = TN / (TN + FP) [true negative rate]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8503920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TP: correctly predicted as positive. FP: wrongly predicted as positive (Type I error). FN: missed positive (Type II error). TN: correctly predicted as negative.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misleading for imbalanced classes: 99% accuracy on a dataset with 99% negatives is trivial — the model just predicts 'negative' always.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vs Recall trade-off: lowering the classification threshold increases Recall (catch more positives) but decreases Precision (more false alarms). Raising threshold does the reverse.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cancer detection — prefer high Recall (miss no cancer) at cost of lower Precision (some false alarms that biopsy will resolve).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balances both: useful when classes are imbalanced. F-beta score: F_beta = (1+beta^2) * P*R / (beta^2*P + R). Beta &gt; 1 weighs recall more; beta &lt; 1 weighs precision more.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 Curve and AUC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ROC (Receiver Operating Characteristic) curve: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Plot True Positive Rate (Recall) vs False Positive Rate at all thresholds.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TPR = TP/(TP+FN)  [y-axis]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FPR = FP/(FP+TN)  [x-axis]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TPR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1.0 │           ╭─────────────────  Perfect model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╭─╯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╭─╯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0.8 │     ╭─╯   ← Good model (AUC~0.9)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╭─╯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╭╯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0.5 │ ╭╯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│╭╯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0.0 │╱──────────────────────────── Random (AUC=0.5)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└──────────────────────────── FPR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0.0        0.5        1.0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AUC = Area Under the ROC Curve.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AUC=1.0: perfect. AUC=0.5: random classifier. AUC=0.0: perfectly wrong.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AUC is threshold-independent — evaluates ranking quality.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PR-AUC (Precision-Recall curve): better for imbalanced datasets.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AUC measures a model's ability to rank positive examples above negatives. Unlike accuracy, it is not affected by class imbalance.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Multi-Class Metrics — Macro, Micro, Weighted Averaging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 &gt; 2 classes, per-class metrics must be aggregated. Three strategies: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average: compute metric (P, R, F1) for each class independently, then take the unweighted mean. All classes count equally regardless of support (frequency).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= (F1_class1 + F1_class2 + ... + F1_classK) / 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average: aggregate TP, FP, FN across all classes first, then compute metric from the totals. Gives more weight to frequent classes.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F1 = 2 * sum(TP_k) / (2*sum(TP_k) + sum(FP_k) + sum(FN_k))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average: like macro but weight each class by its support (number of true instances). Good for imbalanced classes where you care about overall accuracy.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each: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Macro: want equal treatment of rare and common classes. E.g., rare disease detection — the rare class matters as much as common.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Micro: care about overall performance on the whole dataset. Dominated by frequent classes.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Weighted: overall performance accounting for class frequency. Middle ground.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Kappa: accounts for chance agreement. Better than accuracy for imbalanced data. Kappa=1 perfect, Kappa=0 no better than chance, Kappa&lt;0 worse than chance.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Metrics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Precision, mAP, and the COCO benchmark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Precision — The Precision-Recall Curve as a Number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(Average Precision) summarises the precision-recall curve for a single class into one number. mAP is the mean over all classes.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For each detection, determine if it is a TP or FP: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to ground truth with highest IoU. TP if IoU &gt;= threshold, FP otherwise.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Sort all detections by confidence score (highest first).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Compute running Precision and Recall at each detection: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 rank k: Precision(k) = TP_so_far / k,  Recall(k) = TP_so_far / total_GT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Interpolate and compute AUC of P-R curve: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 = integral_0^1 p(r) dr  (area under precision-recall curve)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VOC 2007: 11-point interpolation at r = 0, 0.1, 0.2, ..., 1.0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VOC 2010+: all-points interpolation (area of full P-R curve)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mAP = mean(AP_class1, AP_class2, ..., AP_classK)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8503920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AP@0.5: use IoU threshold 0.5 to decide TP vs FP. Standard VOC metric. Also called AP50.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AP@0.75: stricter — require 75% overlap. Tests whether detector finds precise boxes.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AP: average of AP@0.50, AP@0.55, ..., AP@0.95 (10 thresholds). Much harder than AP@0.5 — rewards tight boxes.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AP@0.5 approx 2× larger than COCO AP. ResNet-50-FPN Faster R-CNN: AP@0.5=58.0, COCO AP=37.4.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(Average Recall): maximum recall at fixed number of detections per image (AR@1, AR@10, AR@100). Measures coverage independent of precision.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Precision-Recall Curve — Worked Example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Task: detect cats. 5 ground-truth cats in dataset. Model makes 6 detections.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Sorted detections (by confidence):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  Score  Match GT?  TP  FP  Precision  Recall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────────────────────────────────────────────────────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    0.98   Yes (IoU=0.85)  1   0   1.00      0.20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2    0.91   Yes (IoU=0.72)  2   0   1.00      0.40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3    0.85   No  (IoU=0.30)  2   1   0.67      0.40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4    0.76   Yes (IoU=0.61)  3   1   0.75      0.60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5    0.62   Yes (IoU=0.55)  4   1   0.80      0.80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6    0.45   No  (IoU=0.20)  4   2   0.67      0.80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────────────────────────────────────────────────────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(one GT cat not detected at all → Recall never reaches 1.0)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P-R curve: (R=0.20, P=1.00) → (0.40, 1.00) → (0.40, 0.67) 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(0.60, 0.75) → (0.80, 0.80) → (0.80, 0.67)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 (11-point): average P at R = 0, 0.1, ..., 1.0 (undetected R=0.8→1.0 gives P=0)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 ≈ (1.0+1.0+1.0+1.0+0.75+0.75+0.75+0.75+0+0+0) / 11 ≈ 0.63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The precision-recall curve drops each time a false positive is added (rank 3, 6) and rises in recall each time a true positive is found.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Segmentation Metrics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mIoU, Dice coefficient, and boundary-based evaluation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mIoU — Mean Intersection over Union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 (also called mean Jaccard index) is the standard metric for semantic segmentation. It measures pixel-level overlap between predicted and ground-truth masks, averaged over all classes.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IoU for class c: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IoU_c = |Predicted_c AND GT_c| / |Predicted_c OR GT_c|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 TP_c / (TP_c + FP_c + FN_c)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TP_c: pixels correctly labelled as class 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FP_c: pixels labelled as c but actually another class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FN_c: pixels that are c but labelled as something else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mIoU = (1/C) * sum_{c=1}^{C} IoU_c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Dice coefficient (F1 score for segmentation):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Dice_c = 2*TP_c / (2*TP_c + FP_c + FN_c) = 2*IoU_c / (1 + IoU_c)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8503920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vs Dice: Dice = 2*IoU / (1+IoU). They rank models identically. Dice is more commonly used as a LOSS function; IoU as an EVALUATION metric.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 interpretation: 0 = no overlap anywhere. 1 = perfect prediction. State-of-the-art on Cityscapes: ~85 mIoU. Baseline (fully connected): ~20 mIoU.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F1 (BF): measures accuracy of predicted object boundaries at a distance threshold. Penalises models that get the interior right but boundaries wrong.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Panoptic Quality (PQ): combines semantic + instance segmentation into one metric. PQ = SQ * RQ where SQ = average IoU of matched segments, RQ = recognition quality (F1).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Frequency-weighted IoU: weight each class IoU by the fraction of pixels belonging to that class. Less sensitive to rare classes, closer to pixel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Quality Metrics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PSNR, SSIM, LPIPS, FID — measuring reconstruction and generation quality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Quality Metrics — Four Perspectives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42062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804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— Peak Signal-to-Noise Ratio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1887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= 10 * log10(MAX^2 / MSE)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= 255 (8-bit). MSE = mean squared pixel error.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dB. Higher = better. Typical range: 20–45 dB.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simple, fast, differentiable.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does not correlate well with human perception. Two images can have the same PSNR but very different appearance.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image compression, super-resolution benchmarks.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804672"/>
            <a:ext cx="4206240" cy="32918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804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— Structural Similarity Index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36592" y="11887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SSIM(x,y) = [l(x,y)]^alpha * [c(x,y)]^beta * [s(x,y)]^gamma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luminance similarity, c = contrast similarity, s = structural similarity.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[-1, 1]. SSIM=1: identical images.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better correlation with human perception than PSNR.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MS-SSIM (multi-scale): computes SSIM at multiple resolutions. Better for super-resolution evaluation.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image restoration, compression, super-resolution.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8620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62072"/>
            <a:ext cx="420624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862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LPIPS — Learned Perceptual Image Patch Similarity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" y="32461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in deep feature space (VGG or AlexNet features).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LPIPS(x,y) = sum_l ||phi_l(x) - phi_l(y)||_2 (weighted feature distance).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to match human perceptual judgements (2AFC dataset).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more similar. Range: [0, 1] approximately.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correlation with human perception of all metrics.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image generation, style transfer, inpainting quality.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8620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862072"/>
            <a:ext cx="4206240" cy="329184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862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— Frechet Inception Distance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36592" y="32461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distance between distributions of real and generated images.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= ||mu_r - mu_g||^2 + Tr(Sigma_r + Sigma_g - 2*(Sigma_r*Sigma_g)^0.5)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mu, Sigma = mean and covariance of Inception v3 features.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FID = generated images more similar to real distribution.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&gt;= 10,000 images for reliable FID. Very sensitive to number of samples.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GAN evaluation, diffusion model evaluation. Standard GAN metric.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Losses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Cross-entropy, focal loss, label smoothing, and knowledge distillation loss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Cross-Entropy and Its Variants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is the standard classification loss. Several variants address its limitations in different settings.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 CE (sigmoid output, 2-class):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L_BCE = -[y*log(p) + (1-y)*log(1-p)]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Categorical CE (softmax output, K classes, one-hot y):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L_CE = -sum_k y_k * log(p_k)  = -log(p_true_class)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Smoothing CE (epsilon = 0.1 typical):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y_smooth_k = y_k*(1-eps) + eps/K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L_LS = -sum_k y_smooth_k * log(p_k)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Focal Loss (for class imbalance, gamma=2 typical):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L_FL = -(1-p_t)^gamma * log(p_t)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p_t = p if y=1, else (1-p)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8503920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smoothing: instead of hard 0/1 targets, use soft targets (e.g., 0.9 for true class, 0.1/K spread over others). Prevents the model from becoming over-confident. Reduces overfitting. Improves calibration. Used in: ViT, EfficientNet, modern ImageNet training.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Loss: (1-p_t)^gamma down-weights easy examples. gamma=0 → standard CE. gamma=2 → easy examples get 0.01× weight vs hard examples. Used in object detection (RetinaNet) and anywhere class imbalance is severe.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scaling: L_CE with logits/T. High T softens probabilities, low T sharpens. Used in knowledge distillation (teacher uses T &gt; 1 to reveal soft labels).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 Loss: L_KD = alpha*L_CE(hard_labels) + (1-alpha)*T^2 * KL(p_student/T, p_teacher/T). Student learns from both ground truth and teacher soft predictions.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Box Regression Losses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MSE to IoU-based losses — why directly optimising IoU wins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MSE Fails for Bounding Box Regression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approach predicts (x, y, w, h) and minimises MSE between predicted and ground-truth coordinates. This fails because MSE treats each coordinate independently — it doesn't capture the geometric relationship between coordinates or penalise poor overlap.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1: scale sensitivity. A 1-pixel error on a small object (10×10 box) is catastrophic; the same error on a large object (500×500 box) is negligible. MSE treats both equally.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2: independence. MSE optimises x, y, w, h separately. Two predictions can have the same total MSE but very different IoU.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GT box (50,50,100,100). Pred A: (51,50,100,100) — 1px x error. Pred B: (50,50,102,98) — 2px size error. Pred A has lower MSE but Pred B has higher IoU.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3: no gradient when no overlap. For two non-overlapping boxes, IoU=0 regardless of how far apart they are. Need GIoU/DIoU to give gradient signal.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directly optimise IoU-based losses. They are scale-invariant and geometry-aware.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IoU Loss Family — IoU, GIoU, DIoU, CIoU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of the IoU loss family adds a penalty term to address a specific remaining weakness.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IoU Loss:  L = 1 - IoU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Strength: scale-invariant, geometry-aware.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Weakness: zero gradient when boxes don't overlap.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GIoU Loss: L = 1 - GIoU = 1 - (IoU - |C - A_union| / |C|)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 = smallest enclosing box of predicted + GT boxes.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Adds penalty when boxes are far apart (non-overlapping case).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DIoU Loss: L = 1 - DIoU = 1 - IoU + rho^2(b, b_gt) / c^2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rho = Euclidean distance between box centres.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 = diagonal length of enclosing box C.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Penalises centre-point distance — converges faster.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CIoU Loss: L = 1 - CIoU = 1 - IoU + rho^2/c^2 + alpha*v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 = (4/pi^2) * (arctan(w_gt/h_gt) - arctan(w/h))^2   [aspect ratio]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alpha = v / (1 - IoU + v)                              [weight]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Penalises: overlap + centre distance + aspect ratio mismatch.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8503920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Hierarchy: CIoU &gt;= DIoU &gt;= GIoU &gt;= IoU in terms of what is penalised.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 use: CIoU is the standard choice for modern detectors (YOLOv4–v8, ATSS). GIoU is used in DETR. DIoU is a good compromise between complexity and accuracy.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SIoU (2022): adds a direction vector penalty — penalises the angle between the centre-connecting vector and the coordinate axes. Further improves convergence speed.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WIoU (Wise-IoU, 2023): dynamic focusing factor, down-weights high-quality anchor predictions to focus on harder examples. Used in YOLOv8 variants.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Smooth L1 Loss (Huber Loss) for Box Regression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17720" y="804672"/>
            <a:ext cx="0" cy="41148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and Behaviour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Smooth L1 over MSE/MAE?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L1 (delta=1):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 = 0.5 * x^2         if |x| &lt; 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 = |x| - 0.5         otherwise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 = predicted - ground_truth (per coordinate).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errors (|x|&lt;1): quadratic (like MSE) — smooth gradient near zero.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errors (|x|&gt;1): linear (like MAE) — less sensitive to outliers.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Huber loss with delta=1.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PyTorch: nn.SmoothL1Loss()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Faster R-CNN, SSD box regression heads.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SMOOTH L1 OVER MSE?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gradient: 2*(pred-gt). For large errors, gradient is huge -&gt; training instability.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gradient: sign(pred-gt). Constant gradient even for tiny errors -&gt; slow convergence near solution, oscillation.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L1: quadratic for small errors (fast convergence near gt), linear for large errors (stable for outliers).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worlds.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modern detectors: IoU-based losses (CIoU) have largely replaced Smooth L1 for the box regression task. Smooth L1 is still used for offset prediction in some two-stage detectors.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DFL &amp; Objectness Losses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Focal Loss, objectness BCE, and task-aligned assignment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DFL — Distribution Focal Loss (YOLOv8 / TOOD)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Focal Loss (DFL, Li 2020) models the bounding box boundary location not as a single point estimate, but as a probability distribution over a discrete set of possible values. This captures the inherent ambiguity in box annotations.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box boundaries are often ambiguous. A bounding box around a fluffy dog may have unclear exact edges. Forcing the model to predict one exact value ignores this uncertainty.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DFL formulation: discretise each edge prediction into a set of N possible values {0, 1, 2, ..., n}. Predict a probability distribution P over these values. The final predicted distance = expected value: d = sum_i i * P(i).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signal: use CE loss between predicted distribution and a soft target that places weight on the two integers nearest to the target: target = discrete(d_gt) with soft weighting on neighbours.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GT distance = 3.7. DFL target: P(3) = 0.3, P(4) = 0.7, all others = 0.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the model learns to express confidence in box predictions. Sharp distributions = confident, precise boxes. Flat distributions = model is uncertain about the boundary.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YOLOv8, YOLOv9, YOLOv10, TOOD, GFL. Replaced direct distance regression in modern anchor-free detectors.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DFL — Full Formula and Integration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DFL replaces direct distance regression with a classification problem over a discretised range.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Discrete range: {0, 1, ..., n}  (n=16 in YOLOv8)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Distribution:   S = softmax(z),  z has n+1 logits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Prediction:     d = sum_{i=0}^{n} i * S_i  (expected value)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 target for GT distance d_gt: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target[floor(d_gt)] = ceil(d_gt) - d_gt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target[ceil(d_gt)]  = d_gt - floor(d_gt)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target[all others]  = 0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DFL loss: L_DFL = -sum_i target_i * log(S_i)  (CE on 2 bins)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YOLOv8 box loss: L_box = L_CIoU + L_DFL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8503920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DFL helps: CE loss encourages a peaked distribution near the true value. Expected-value prediction is differentiable and smooth — better gradient signal than pure regression.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in YOLOv8 each of the 4 box edges has its own DFL head with n=16 outputs. Total per grid point: 4x16=64 DFL logits + 80 class logits.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compute d = sum(i * S_i) per edge — the expected value. No sampling. Sharp distribution = confident box; flat = uncertain boundary.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Objectness Loss and Task-Aligned Assignment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OBJECTNESS LOSS (YOLOv3–v5 style):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Each anchor predicts a separate objectness score = P(object in this anchor).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L_obj = BCE(pred_obj, target_obj)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target_obj = IoU(pred_box, gt_box)  for positive anchors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target_obj = 0                       for negative anchors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Problem: objectness and classification are separate predictions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can predict 'object present' but wrong class, causing confusion.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ANCHOR-FREE (YOLOv8) — NO separate objectness: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Combines classification score and box quality into one: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final_score = cls_score  (objectness is implicit in classification)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TASK-ALIGNED ASSIGNMENT (TAL, YOLOv8):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 ground-truth boxes to grid points using: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alignment_metric = cls_score^alpha * IoU^beta  (alpha=0.5, beta=6)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Top-k grid points per GT box with highest metric are assigned.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 aligns the assignment with what the model is actually optimising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(high classification score AND high IoU simultaneously).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Avoids OTA (Optimal Transport Assignment) complexity while matching performance.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TAL replaces IoU-only assignment. A grid point must score high on BOTH classification and localisation to be selected — preventing easy false positives.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K8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Segmentation &amp; Composite Losses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loss, Dice loss, combined objectives, and total loss weighting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Segmentation Losses — Binary CE Mask and Dice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models predict a probability mask. Two main losses are used, often combined.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 Cross-Entropy Mask Loss (per pixel):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L_mask = -(1/N) * sum_{i=1}^{N} [y_i*log(p_i) + (1-y_i)*log(1-p_i)]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y_i = 1 if pixel i belongs to object, 0 otherwise.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p_i = predicted probability at pixel i.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Dice Loss: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L_Dice = 1 - (2 * sum(p*y) + eps) / (sum(p) + sum(y) + eps)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Directly optimises Dice coefficient (F1 of pixel predictions).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eps = 1 (Laplace smoothing) prevents division by zero.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 (typical in Mask R-CNN, YOLOv8-seg):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L_seg = lambda_BCE * L_mask + lambda_Dice * L_Dice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e.g., lambda_BCE = 0.5, lambda_Dice = 0.5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8503920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BCE alone is not enough: BCE treats every pixel independently. It does not directly optimise the Dice/IoU metric we evaluate on. On imbalanced masks (small objects), BCE is dominated by the background — the model learns to predict background everywhere.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Dice loss helps: Dice loss directly optimises the overlap between predicted and GT mask — the same quantity as the Dice coefficient metric. It naturally handles class imbalance (small objects get proportionally large gradients).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mask loss: apply focal weighting (1-p_t)^gamma per pixel. Down-weights easy background pixels. Used in CondInst, SOLOv2 for instance segmentation.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segmentation: mask loss uses BCE + Dice. The mask prototype coefficients are learned via a separate mask module. Total seg loss = box loss + cls loss + DFL loss + mask BCE + mask Dice.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Loss Taxonomy — Modern Object Detector (YOLOv8)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42062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804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Loss (CIoU + DFL)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1887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L_box = L_CIoU + L_DFL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CIoU: penalises overlap, centre distance, aspect ratio.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DFL: distribution over edge positions, CE on soft target.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box_gain (default 7.5 in YOLOv8).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only to positive (matched) grid points.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804672"/>
            <a:ext cx="4206240" cy="32918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804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Loss (BCE)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36592" y="11887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L_cls = BCE(cls_pred, cls_target)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CE per class (multi-label formulation).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 for matched class, 0 for all others.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cls_gain (default 0.5 in YOLOv8).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all grid points (pos and neg).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8620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62072"/>
            <a:ext cx="420624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862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Mask Loss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" y="32461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L_seg = BCE_mask + Dice_mask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per instance, within the GT box region.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BCE: per-pixel binary classification.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Dice: directly optimises mask overlap metric.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mask_gain (default 1.0).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8620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862072"/>
            <a:ext cx="4206240" cy="329184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862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&amp; Balancing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36592" y="32461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L_total = box_gain*L_box + cls_gain*L_cls + dfl_gain*L_DFL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[+ mask_gain*L_seg for segmentation]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weights control each component's contribution.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Unbalanced loss components = one term dominates training.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with: loss component logging + ablation study.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Landscape — Summary of All Key Losses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           LOSS NAME         FORMULA (SHORT)              USE WHEN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Classification  Cross-Entropy     -log(p_true)                 Default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Classification  Focal Loss        -(1-p)^g * log(p)            Imbalanced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Classification  Label Smoothing   CE with soft targets          Overconfidence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Classification  KL Divergence     sum p*log(p/q)               Distillation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 Regression  SmoothL1          L1/L2 blend at delta=1        Two-stage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 Regression  IoU Loss          1 - IoU                       Baseline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 Regression  GIoU Loss         1 - IoU + penalty(far)        No overlap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 Regression  CIoU Loss         GIoU + centre + aspect        Modern default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 Regression  DFL               CE on distribution over bins  Anchor-free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Segmentation    Binary CE mask    BCE per pixel                 Balanced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Segmentation    Dice Loss         1 - 2*intersection/union      Small objects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Segmentation    Focal mask        (1-p)^g * BCE per pixel       Hard pixels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 Gen.      MSE / PSNR        mean(pred - gt)^2             Pixel fidelity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 Gen.      Perceptual (LPIPS) VGG feature distance          Sharpness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 Gen.      Adversarial       -log(D(G(z)))                 GAN realism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Modern detectors combine 3–5 losses. Each addresses a different failure mode. Gain weights tune their relative importance.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K — 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737360" cy="43891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Class Metrics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331720" y="987552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Precision=TP/(TP+FP), Recall=TP/(TP+FN), F1=harmonic mean. ROC-AUC is threshold-independent. Macro avg = equal class weight; micro = frequency-weighted.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476756"/>
            <a:ext cx="1737360" cy="43891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7675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 Det Metrics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31720" y="1504188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= area under P-R curve at IoU threshold. mAP = mean over classes. COCO AP = avg over IoU 0.5:0.05:0.95. AP@0.5 approx 2x COCO AP.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1737360" cy="43891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933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 Seg Metrics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31720" y="2020824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IoU_c = TP/(TP+FP+FN). mIoU = mean over classes. Dice = 2*IoU/(1+IoU). Panoptic Quality = SQ*RQ. Boundary F1 for edge accuracy.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10028"/>
            <a:ext cx="1737360" cy="43891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002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 Image Quality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31720" y="2537460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PSNR: 10*log10(255^2/MSE). SSIM: luminance+contrast+structure. LPIPS: VGG feature distance (best perceptual). FID: Inception feature distribution gap.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26664"/>
            <a:ext cx="1737360" cy="43891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2666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K5 Cls Losses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31720" y="3054096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= -log(p_true). Label smoothing prevents overconfidence. Focal: (1-p)^2 * CE — down-weights easy background 100x. KD: alpha*CE + T^2*KL.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543300"/>
            <a:ext cx="1737360" cy="43891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433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Box Losses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31720" y="3570732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SmoothL1: MSE for small errors, L1 for large. CIoU = IoU + centre distance + aspect ratio penalty. Scale-invariant. Standard in YOLOv4–v8.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059936"/>
            <a:ext cx="1737360" cy="43891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5993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K7 DFL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31720" y="4087368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edge as distribution over {0..n}. Predict d=sum(i*S_i). DFL = CE on soft bins nearest d_gt. TAL assignment: cls^a * IoU^b selects top-k anchors.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576572"/>
            <a:ext cx="1737360" cy="43891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57657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 Seg Losses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331720" y="4604004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mask: per-pixel binary CE. Dice: 1 - 2*intersection/union. Combined (0.5+0.5) is standard. Total loss = box_gain*L_box + cls_gain*L_cls + dfl*L_DFL.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Section K — Evaluation Metrics &amp; Loss Functions</dc:title>
  <dc:subject>PptxGenJS Presentation</dc:subject>
  <dc:creator>PptxGenJS</dc:creator>
  <cp:lastModifiedBy>PptxGenJS</cp:lastModifiedBy>
  <cp:revision>1</cp:revision>
  <dcterms:created xsi:type="dcterms:W3CDTF">2026-03-10T04:52:06Z</dcterms:created>
  <dcterms:modified xsi:type="dcterms:W3CDTF">2026-03-10T04:52:06Z</dcterms:modified>
</cp:coreProperties>
</file>