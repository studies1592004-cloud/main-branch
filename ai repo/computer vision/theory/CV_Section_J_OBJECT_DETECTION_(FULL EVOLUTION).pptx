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J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R-CNN Family · YOLO v1–v8 · SSD · RetinaNet · FCOS · FPN · Anchors · NMS · DETR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J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Fundamentals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boxes, IoU, NMS, anchor boxes — the shared vocabulary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447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R-CNN Family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→ Fast R-CNN → Faster R-CNN → Mask R-CNN — two-stage evolution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665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6654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Pyramid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304288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 maps — the backbone of modern detectors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88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v1–v3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grid prediction; anchor boxes; multi-scale heads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101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31012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YOLOv4–v8 &amp; Modern YOLO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4787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PANet, anchor-free YOLO, decoupled heads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31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9319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 &amp; RetinaNet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16966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anchors; focal loss solving the foreground imbalance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53712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553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45537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Anchor-Free Detectors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791456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FCOS, CenterNet, DETR — eliminating anchor boxes entirely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Fundamentals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boxes, IoU, NMS, anchors — the vocabulary every detector uses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Object Detection?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simultaneously answers two questions: WHAT objects are in the image (classification), and WHERE are they (localisation). The output is a set of bounding boxes, each with a class label and a confidence score.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representation: (x_center, y_center, width, height) in YOLO format, or (x_min, y_min, x_max, y_max) in Pascal VOC / torchvision format. Coordinates are usually normalised to [0,1] relative to image size.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vs Detection vs Segmentation: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one label per image. No localisation.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one or more labelled bounding boxes per image.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segmentation: detection + pixel-level mask per object (Mask R-CNN).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segmentation: class label per pixel, no instance distinction (DeepLab).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a detector: a list of (box, class, score) tuples. Post-processing (NMS) removes duplicates.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mean Average Precision (mAP) at IoU threshold(s). COCO mAP = average of AP at IoU 0.50:0.05:0.95.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Intersection over Union (IoU)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measures overlap between a predicted box and a ground-truth box. It is the single most important metric in detection — used in NMS, evaluation, and loss functions.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= Area(Predicted ∩ Ground-Truth) / Area(Predicted ∪ Ground-Truth)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of intersection: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x_inter1 = max(pred_x1, gt_x1),  x_inter2 = min(pred_x2, gt_x2)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y_inter1 = max(pred_y1, gt_y1),  y_inter2 = min(pred_y2, gt_y2)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inter_w  = max(0, x_inter2 - x_inter1)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inter_h  = max(0, y_inter2 - y_inter1)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intersection = inter_w × inter_h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= area(pred) + area(gt) - intersection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IoU   = intersection / union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0: no overlap at all. IoU = 1: perfect match. IoU = 0.5: typical threshold for 'correct detection'.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IoU ≥ 0.5 → true positive at PASCAL VOC. COCO evaluates at 0.50, 0.55, ..., 0.95 and averages.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 (Generalised IoU): accounts for distance between non-overlapping boxes. CIoU/DIoU: also penalise centre-point distance and aspect-ratio mismatch. Used as loss functions in modern detectors.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strategy: during training, each ground-truth box is matched to the anchor/prediction with highest IoU. Predictions below IoU threshold (e.g., 0.5) are labelled background.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Non-Maximum Suppression (NMS)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detectors output many overlapping boxes for the same object.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NMS removes duplicates, keeping only the most confident box per object.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[(score=0.95, box_A), (score=0.90, box_B), (score=0.80, box_C)]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where box_A and box_B overlap heavily (IoU=0.85)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and box_C does NOT overlap with box_A (IoU=0.1)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NMS ALGORITHM: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Sort all boxes by confidence score (highest first).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Take the highest-confidence box → add to output list.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Compute IoU of this box against ALL remaining boxes.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Remove any box with IoU &gt; threshold (e.g., 0.5) ← suppress duplicates.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Repeat from step 2 with the remaining boxes.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Stop when no boxes remain.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Step-by-step on 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Keep box_A (0.95). Remove box_B (IoU(A,B)=0.85 &gt; 0.5). Keep box_C (IoU(A,C)=0.1 &lt; 0.5).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[(0.95, box_A), (0.80, box_C)]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Soft-NMS: instead of deleting, decay score of overlapping boxes.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score_new = score × exp(-IoU² / σ). Keeps boxes for overlapping objects.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NMS is applied per class. A box suppressed in 'cat' class can still survive in 'dog' class. IoU threshold is a key hyperparameter.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Boxes — The Prior Distribution Over Shapes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 boxes (a.k.a. default boxes, prior boxes) are pre-defined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bounding boxes of fixed size and aspect ratio, placed at every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spatial location in a feature map.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 anchors? Direct box regression from scratch is unstable.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Anchors provide a starting point — the network predicts OFFSETS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the anchor, not absolute coordinates.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 DESIGN (e.g., at one feature map location):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□        ▭         ▯              │  3 aspect ratios: 1:1, 1:2, 2:1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small    medium    large            │  × 3 scales: 32², 64², 128²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                   │  = 9 anchors per 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a 13×13 feature map with 9 anchors: 1,521 anchor boxes total.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3 feature map scales (13×13, 26×26, 52×52): 10,647 anchors.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 output per anchor: (Δx, Δy, Δw, Δh, obj_score, class_probs)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Predicted box: x = anchor_x + Δx,  w = anchor_w × exp(Δw)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Anchor-free detectors (FCOS, CenterNet) eliminate this entirely.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Anchor sizes and ratios are dataset-specific. YOLO uses k-means clustering on training box dimensions to find optimal anchors.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R-CNN Family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detection — propose then classify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R-CNN → Fast R-CNN → Faster R-CNN Evolution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R-CNN (Girshick, 2014):                         TIME: ~50s/image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→ Selective Search (2000 proposals) → Warp each to 227×227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AlexNet (run 2000 times!) → SVM classifier + box regressor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2000 separate CNN forward passes per image. Very slow.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Fast R-CNN (Girshick, 2015):                    TIME: ~2s/image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→ CNN (run ONCE) → Feature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Selective Search proposals → RoI Pooling (project onto feature map)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FC layers → class + box (shared computation!)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innovation: RoI Pooling — extract fixed-size feature from any region.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Selective Search (CPU) is still the bottleneck.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Faster R-CNN (Ren, 2015):                       TIME: ~0.2s/image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→ Backbone CNN → Feature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Region Proposal Network (RPN) ← anchor-based, GPU, fast!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RoI Pooling → Detection Head → class + box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RPN replaces Selective Search. Trained jointly with detector.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RPN: slides 3×3 window over feature map, predicts 9 anchors/location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object score + box offset for each anchor.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Both RPN and detector head share the same backbone features.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The R-CNN family shows how sharing backbone computation reduced inference time from 50 seconds to 0.2 seconds per image.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Pooling and RoI Align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Pooling extracts a fixed-size (e.g., 7×7) feature map from any arbitrarily-sized region of interest (RoI) in the backbone feature map — enabling the FC classification head to receive fixed-size inputs regardless of proposal size.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Pooling: divide the projected RoI into a 7×7 grid of cells. Max-pool within each cell. Output: always 7×7×C regardless of input RoI size.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RoI Pooling: quantisation error. The RoI is projected onto the feature map using integer coordinates (rounding). This spatial misalignment hurts fine-grained localisation (instance segmentation).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Align (Mask R-CNN, 2017): remove all quantisation. Use bilinear interpolation to compute exact feature values at non-integer grid points. Result: much better spatial alignment. Essential for segmentation masks.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interpolation: compute value at fractional position (x, y) from its 4 nearest integer neighbours: v(x,y) = (1-dx)(1-dy)v_{00} + dx(1-dy)v_{10} + (1-dx)dy v_{01} + dx·dy v_{11}.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R-CNN: adds a mask head (small FCN) to Faster R-CNN. Predicts a binary mask for each detected instance. Uses RoI Align for accuracy. State-of-the-art instance segmentation.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R-CNN — Complete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Image (H×W×3)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┌────▼──────────────────────────────────────────────────────┐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BACKBONE (e.g., ResNet-50-FPN)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Shared convolutional feature extractor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Output: multi-scale feature maps {P2, P3, P4, P5}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└────┬──────────────────────────────────────────────────────┘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┌────▼──────────────────────────────────────────────────────┐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REGION PROPOSAL NETWORK (RPN)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3×3 conv → two parallel FC heads: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objectness score (fg/bg) + box delta (Δx,Δy,Δw,Δh)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Output: ~2000 proposals after NMS (top-300 for inference)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└────┬──────────────────────────────────────────────────────┘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RoI Align (project proposals onto feature map)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┌────▼──────────────────────────────────────────────────────┐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DETECTION HEAD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FC 1024 → FC 1024 → two parallel heads: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Classification (C+1 classes) + Box regression (4×C)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Output: final class + refined box per proposal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Losses: L_rpn_cls + L_rpn_box + L_det_cls + L_det_box (4 losses total)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Faster R-CNN with FPN backbone is still used as a strong baseline. torchvision.models.detection.fasterrcnn_resnet50_fpn() is the standard.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Pyramid Network (FPN)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features — detecting objects at all sizes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Multi-Scale Detection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must handle objects of vastly different sizes in the same image — a person might occupy 10 pixels, a bus might occupy 1000 pixels. A single feature map at a fixed scale cannot handle both well.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objects: best detected in early/large feature maps (high spatial resolution, small receptive field).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objects: best detected in late/small feature maps (low spatial resolution, large receptive field, rich semantics).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solution: run detector at multiple image scales (image pyramid). Problem: 4× the compute per scale level.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 solution (Lin, 2017): use the feature maps ALREADY computed at different depths of the backbone. Combine high-resolution but low-semantic early maps with low-resolution but high-semantic late maps using a top-down pathway with lateral connections.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upsampling the semantically strong deep features and adding them to the spatially precise shallow features gives maps that are both semantically rich AND spatially precise at every scale — at negligible extra cost.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FPN Architecture — Bottom-Up and Top-Down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BOTTOM-UP PATH (backbone forward pass):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 → C1 (stride 2) → C2 (stride 4) → C3 (stride 8) → C4 (stride 16) → C5 (stride 32)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28×28×64        14×14×256        7×7×512         4×4×1024          2×2×2048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(weak semantics, high resolution)           (strong semantics, low resolution)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TOP-DOWN PATH (add semantics to all scales):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P5 = 1×1 conv(C5)                             [2×2×256]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P4 = 1×1 conv(C4) + upsample(P5, 2×)          [4×4×256]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P3 = 1×1 conv(C3) + upsample(P4, 2×)          [7×7×256]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P2 = 1×1 conv(C2) + upsample(P3, 2×)          [14×14×256]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Each P is then passed through 3×3 conv to smooth aliasing.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 P levels have 256 channels (1×1 conv reduces C-dim).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Detect on all levels: P2 → small objects (stride 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P3 → medium-small (stride 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P4 → medium-large (stride 16)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P5 → large objects (stride 32)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Anchors assigned to level by size: 32²→P2, 64²→P3, 128²→P4, 256²→P5.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near-zero extra compute, large gains on small objects.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FPN is the backbone feature extractor in Faster R-CNN, RetinaNet, Mask R-CNN, and most modern detectors. It makes multi-scale detection practical.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v1 – v3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 — single-shot detection in one forward pass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YOLOv1 — The Core Idea (Redmon, 2016)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(You Only Look Once) reframes detection as a single regression problem. Divide the image into an S×S grid. Each cell predicts B bounding boxes and C class probabilities simultaneously in ONE forward pass — no region proposals, no two stages.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divide 448×448 image into 7×7 = 49 cells.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predicts: B=2 bounding boxes, each with (x, y, w, h, confidence). Plus C=20 class probabilities (Pascal VOC classes).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confidence = P(object) × IoU(pred, gt). High confidence → object centre is in this cell.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tensor shape: 7×7×(5×B + C) = 7×7×30.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sum of squared errors for box coordinates (λ_coord=5), confidence (λ_noobj=0.5), and class probabilities. Weighted to focus on boxes containing objects.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45 fps at 63.4 mAP on PASCAL VOC (2007). 10× faster than Faster R-CNN. Fast YOLO: 155 fps!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each cell can only detect B=2 boxes of one class. Struggles with small objects, clusters of objects, unusual aspect ratios.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YOLOv1 → YOLOv2 → YOLOv3 Evolution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YOLOv1 (2016):  7×7 grid, 2 boxes/cell, 1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Weakness: no anchor boxes, 1 class/cell, 1 feature 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YOLOv2 / YOLO9000 (2017):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Anchor boxes (5 anchors, k-means on training boxes)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Batch Normalisation on all conv layers (removes dropout)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High-res classifier: fine-tune at 448×448 before detection training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Multi-scale training: random resize every 10 batches (320–608px)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Darknet-19 backbone (19 conv layers)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YOLO9000: joint training on ImageNet + COCO → detects 9000 classes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78.6 mAP on VOC2007 at 40 fps. Much better small objects.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YOLOv3 (2018):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+ 3 detection scales (52×52, 26×26, 13×13) — like FPN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+ 9 anchors total (3 per scale, k-means clustered)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Darknet-53 backbone (53 layers, residual connections)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Logistic classifiers instead of softmax → multi-label support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Skip connections between scales (feature concatenation)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57.9 AP50 on COCO at 51 ms (V100). Strong baseline.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YOLOv3 output tensors: 13×13×255, 26×26×255, 52×52×255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(255 = 3 anchors x (4+1+80) = 3 x 85 for COCO 80 classes)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Each YOLO version addressed the previous one's weakness. YOLOv3 is still widely used as a strong, well-understood baseline.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YOLOv4 – v8 &amp; Modern YOLO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CSPNet, PANet, anchor-free heads, and the YOLO ecosystem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YOLOv4 through YOLOv8 — Key Innovations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YOLOv4 (Bochkovskiy, 2020)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CSPDarknet53 (Cross-Stage Partial — splits gradient flow to reduce compute).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Neck: PANet (Path Aggregation — both top-down AND bottom-up feature fusion).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Freebies: Mosaic augmentation (4 images), DropBlock, CIoU loss.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Specials: SPP (Spatial Pyramid Pooling), Mish activation.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 AP on COCO at 65 fps (V100). State of the art at release.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 (Ultralytics, 2020)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release by Ultralytics (not Redmon). PyTorch native.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sizes: n/s/m/l/x. YOLOv5s: 7.2M params, 37.4 AP.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Auto-anchor: re-clusters anchors for each dataset.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 evolution: genetic algorithm auto-tunes hyperparameters.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deployed YOLO version due to easy API and export.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YOLOv7 (Wang, 2022)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E-ELAN (Extended ELAN): efficient layer aggregation for gradient flow.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heads during training: deep supervision for better gradients.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Re-parameterisation: complex train-time architecture → simple inference.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 AP on COCO at 161 fps (V100). SOTA at release.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re-parameterisation = train complex, deploy simple.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(Ultralytics, 2023)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Anchor-FREE: predicts box directly from grid point, no anchor matching.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head: separate branch for classification vs box regression.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C2f module: cross-stage partial with more gradient flow paths.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detection, segmentation, pose, classification, OBB.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 AP on COCO. Clean API: model.train(), model.predict().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Decoupled Head &amp; Anchor-Free Detection (YOLOv8)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COUPLED HEAD (YOLOv3–v5):        DECOUPLED HEAD (YOLOv6–v8, FCOS):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 map (H×W×C)               Feature map (H×W×C)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3×3 Conv                          3×3 Conv (shared)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                         ┌────┴────┐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1×1 Conv (K=num_anchors×85)    1×1 Conv   1×1 Conv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                         │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[cls|obj|box] interleaved      [cls score] [box delta]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                         │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 in one tensor              Classification  Localisation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(sigmoid/softmax)  (box coords)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ANCHOR-FREE GRID PREDICTION: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Each grid point (i, j) predicts ONE box if an object centre falls there.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Box: (x, y) as offset from grid point, (w, h) predicted directly.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anchor shapes needed — no k-means, no shape priors.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During training: assign ground-truth box to the grid point closest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the box centre (plus TaskAligned Assigner for multi-point assignment).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simpler pipeline, fewer hyperparameters, similar accuracy.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Trend: all modern detectors (FCOS, CenterNet, RT-DETR) are anchor-free.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Decoupled heads separate classification and regression branches. Studies show this consistently improves performance over coupled heads.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 &amp; RetinaNet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multi-scale detection and the focal loss solution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SSD — Single Shot MultiBox Detector (Liu, 2016)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Key Idea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Results &amp; Limitations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KEY IDEA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detection heads on multiple feature maps at different scales — without a separate proposal stage.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backbone (up to conv7) + 6 extra conv layers of decreasing size.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detection head at 6 scales: 38×38, 19×19, 10×10, 5×5, 3×3, 1×1.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per location: 4–6 boxes of different aspect ratios.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anchors: ~8,732 across all scales.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for each anchor → C class scores + 4 box offsets.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loss: softmax classification loss + SmoothL1 box loss.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Mining: keep ratio 3:1 negative:positive anchors.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RESULTS &amp; LIMITATIONS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 mAP on VOC2007, 59 fps. Faster than Faster R-CNN.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small objects are still hard.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feature maps have small RF — can't see enough context.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maps have large RF but low resolution.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SSD300 vs SSD512 vs Faster R-CNN: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SSD300: 74.3 mAP, 59 fps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SSD512: 76.8 mAP, 22 fps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 RCNN: 73.2 mAP, 7 fps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is superseded by RetinaNet + FPN but remains conceptually important — it introduced multi-scale single-shot detection.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variants: DSSD (deconvolution), RFBNet, FSSD.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RetinaNet &amp; Focal Loss (Lin, 2017)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 introduced the Focal Loss to solve the extreme foreground-background class imbalance in single-stage detectors. With ~100K anchors per image and only ~10–100 containing objects, easy background examples overwhelm training.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problem: 99.9% of anchors are background. Standard cross-entropy loss gives each anchor equal weight. Easy background examples produce tiny individual losses but massive total loss that drowns out hard positives.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FL(p) = -(1-p)^γ · log(p). The modulating factor (1-p)^γ down-weights easy examples.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background box is correctly classified with p=0.97: (1-0.97)^2 × CE = 0.0009 × CE. Nearly ignored.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hard foreground box has p=0.1: (1-0.1)^2 × CE = 0.81 × CE. Gets full training signal.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RetinaNet architecture: ResNet-50-FPN backbone + two subnetworks (classification subnet + box regression subnet). One-stage but matches Faster R-CNN accuracy at faster speed.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parameter: class-balancing weight. α=0.25 for foreground, (1-α)=0.75 for background — further weights towards rare foreground class.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Anchor-Free Detectors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FCOS, CenterNet, DETR — detection without pre-defined anchor boxes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FCOS — Fully Convolutional One-Stage Object Detection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FCOS (Tian, 2019) — per-pixel prediction without anchors: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pixel (i, j) in the feature map: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Predict: (l, t, r, b) = distances to the 4 box edges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class probabilities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centerness score (suppresses low-quality boxes)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 from pixel (i, j) with stride 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x1 = i×s - l,  y1 = j×s - 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x2 = i×s + r,  y2 = j×s + 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CENTERNESS: sqrt( min(l,r)/max(l,r) × min(t,b)/max(t,b)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1.0 at box centre, → 0 at corners/edges.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Multiplied with class score → suppresses off-centre predictions.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Eliminates need for NMS to remove many low-quality boxes.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Training assignment: a pixel is positive if it falls inside any GT box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the distance to GT box sides are within the FPN level's range.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FPN levels handle different size ranges: P3→small, P5→large.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44.7 AP on COCO (vs Faster R-CNN 37.4 AP at same backbone).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anchors → no anchor tuning, no IoU matching, simpler pipeline.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FCOS predicts distances to box boundaries from each pixel. The centerness branch removes low-quality off-centre detections without extra NMS rounds.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DETR — Detection Transformer (Carion, 2020)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 (Detection Transformer) eliminates anchors, NMS, and hand-crafted components entirely. It uses a Transformer encoder-decoder to directly predict a fixed set of N object queries as the final detection output.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CNN backbone (ResNet) → flatten feature map → Transformer encoder (self-attention over spatial features) → Transformer decoder (N learned object queries attend to encoder output) → FFN head per query predicts (class, box).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 queries: DETR always outputs exactly 100 predictions. Most are 'no object'. Hungarian matching loss assigns each ground-truth object to the unique query that best matches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NMS needed: Hungarian matching enforces one-to-one matching between predictions and ground truths during training. Each object is predicted by exactly one query — no duplicates by construction.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conceptually elegant. Global attention captures long-range relationships. End-to-end trainable with no hand-designed components.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slow training convergence (~500 epochs vs 36 for Faster R-CNN). Slow on small objects (limited by attention resolution). Addressed by: Deformable DETR (sparse attention, 10× faster), DINO-DETR, RT-DETR.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J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Fundamentals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110642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intersection/union. NMS: sort by score, keep top, suppress IoU&gt;threshold. Anchors: pre-defined boxes; network predicts offsets. mAP = AP averaged over classes and IoU thresholds.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59636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59636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R-CNN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68706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R-CNN: 2000 CNN passes (slow). Fast: RoI Pooling, shared backbone. Faster: RPN replaces Selective Search. RoI Align (bilinear) for precise masks. Mask R-CNN adds mask head.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FPN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26771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pathway adds semantics to shallow high-res maps. P2–P5 all at 256ch. Assign small anchors to P2, large to P5. Near-zero extra compute, large AP gain on small objects.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0924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20924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YOLOv1–v3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84835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7×7 grid regression in one pass. v2: anchor boxes + BN + multi-scale training. v3: 3 scales + Darknet-53 + logistic classifiers. 57.9 AP50 at 51ms.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01568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YOLOv4–v8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342900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CSP backbone + PANet neck + CIoU loss. v5: PyTorch, 5 sizes, widely deployed. v8: anchor-free + decoupled head + C2f. 53.9 AP on COCO.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82212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82212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J6 SSD/RetinaNet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400964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SSD: multi-scale anchors, 8732 total, no proposals. Focal Loss: (1-p)^γ·CE — down-weights easy background. RetinaNet = FPN backbone + focal loss = one-stage matches two-stage.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62856"/>
            <a:ext cx="1828800" cy="466344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62856"/>
            <a:ext cx="1828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J7 Anchor-Free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459028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FCOS: predict (l,t,r,b) per pixel + centerness. DETR: N object queries + Hungarian matching = no NMS. Deformable DETR: sparse attention, converges in 50 epochs.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J — Object Detection</dc:title>
  <dc:subject>PptxGenJS Presentation</dc:subject>
  <dc:creator>PptxGenJS</dc:creator>
  <cp:lastModifiedBy>PptxGenJS</cp:lastModifiedBy>
  <cp:revision>1</cp:revision>
  <dcterms:created xsi:type="dcterms:W3CDTF">2026-03-10T04:43:44Z</dcterms:created>
  <dcterms:modified xsi:type="dcterms:W3CDTF">2026-03-10T04:43:44Z</dcterms:modified>
</cp:coreProperties>
</file>