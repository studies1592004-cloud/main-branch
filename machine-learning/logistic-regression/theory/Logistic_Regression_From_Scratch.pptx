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Logistic Regression from Scratch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Theory + Implementation using Gradient Descent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Logistic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is a supervised learning algorithm used for binary classification.</a:t>
            </a:r>
          </a:p>
          <a:p/>
          <a:p>
            <a:r>
              <a:t>It predicts the probability of an outcome belonging to a class (0 or 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probability of a binary outcome</a:t>
            </a:r>
          </a:p>
          <a:p>
            <a:r>
              <a:t>• Perform classification tasks</a:t>
            </a:r>
          </a:p>
          <a:p>
            <a:r>
              <a:t>• Model decision boundaries for linearly separable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Combination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First, a linear model is computed:</a:t>
            </a:r>
          </a:p>
          <a:p/>
          <a:p>
            <a:r>
              <a:t>z = w₀ + w₁x₁ + w₂x₂ + ... + wₙxₙ</a:t>
            </a:r>
          </a:p>
          <a:p/>
          <a:p>
            <a:r>
              <a:t>z = Xw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sigmoid function maps any real value to (0,1):</a:t>
            </a:r>
          </a:p>
          <a:p/>
          <a:p>
            <a:r>
              <a:t>σ(z) = 1 / (1 + e⁻ᶻ)</a:t>
            </a:r>
          </a:p>
          <a:p/>
          <a:p>
            <a:r>
              <a:t>This allows interpretation as probability.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ŷ = σ(Xw)</a:t>
            </a:r>
          </a:p>
          <a:p/>
          <a:p>
            <a:r>
              <a:t>ŷ represents the probability that y =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ŷ ≥ 0.5 → Class 1</a:t>
            </a:r>
          </a:p>
          <a:p>
            <a:r>
              <a:t>If ŷ &lt; 0.5 → Class 0</a:t>
            </a:r>
          </a:p>
          <a:p/>
          <a:p>
            <a:r>
              <a:t>The threshold can be adjusted based on the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Function (Binary Cross-Entropy)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J(w) = -(1/m) Σ [ y log(ŷ) + (1 − y) log(1 − ŷ) ]</a:t>
            </a:r>
          </a:p>
          <a:p/>
          <a:p>
            <a:r>
              <a:t>Penalizes confident wrong predictions heavily.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Mean Squared Error?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MSE leads to non-convex loss for sigmoid</a:t>
            </a:r>
          </a:p>
          <a:p>
            <a:r>
              <a:t>• Slower convergence</a:t>
            </a:r>
          </a:p>
          <a:p>
            <a:r>
              <a:t>• Log-loss is derived from Maximum Likelihood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of Log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∂J/∂w = (1/m) Xᵀ(ŷ − y)</a:t>
            </a:r>
          </a:p>
          <a:p/>
          <a:p>
            <a:r>
              <a:t>This gradient is used in Gradient Descent.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 Update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 = w − α · (1/m) Xᵀ(ŷ − y)</a:t>
            </a:r>
          </a:p>
          <a:p/>
          <a:p>
            <a:r>
              <a:t>α = learning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Batch Gradient Descent (BGD)</a:t>
            </a:r>
          </a:p>
          <a:p>
            <a:r>
              <a:t>• Stochastic Gradient Descent (SGD)</a:t>
            </a:r>
          </a:p>
          <a:p>
            <a:r>
              <a:t>• Mini-Batch Gradient Descent (MBGD)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Scaling features improves convergence speed.</a:t>
            </a:r>
          </a:p>
          <a:p/>
          <a:p>
            <a:r>
              <a:t>Min-Max Scaling:</a:t>
            </a:r>
          </a:p>
          <a:p>
            <a:r>
              <a:t>(x − min) / (max − min)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allows the model to shift the decision boundary.</a:t>
            </a:r>
          </a:p>
          <a:p/>
          <a:p>
            <a:r>
              <a:t>Implemented by adding a column of ones to 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Pipeline</a:t>
            </a:r>
          </a:p>
          <a:p>
            <a:r>
              <a:t>• Logistic Regression Model</a:t>
            </a:r>
          </a:p>
          <a:p>
            <a:r>
              <a:t>• Training using Gradient Descent</a:t>
            </a:r>
          </a:p>
          <a:p>
            <a:r>
              <a:t>• Evaluation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LogisticRegressionGD:</a:t>
            </a:r>
          </a:p>
          <a:p>
            <a:r>
              <a:t>    def __init__(self, lr=0.01, epochs=10000):</a:t>
            </a:r>
          </a:p>
          <a:p>
            <a:r>
              <a:t>        self.lr = lr</a:t>
            </a:r>
          </a:p>
          <a:p>
            <a:r>
              <a:t>        self.epochs = epochs</a:t>
            </a:r>
          </a:p>
          <a:p>
            <a:r>
              <a:t>        self.weights = None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Function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sigmoid(self, z):</a:t>
            </a:r>
          </a:p>
          <a:p>
            <a:r>
              <a:t>    return 1 / (1 + np.exp(-z))</a:t>
            </a:r>
          </a:p>
          <a:p/>
          <a:p>
            <a:r>
              <a:t>Maps logits to probabilities.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with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_bgd(self, X, y):</a:t>
            </a:r>
          </a:p>
          <a:p>
            <a:r>
              <a:t>    y_hat = self.sigmoid(X @ self.weights)</a:t>
            </a:r>
          </a:p>
          <a:p>
            <a:r>
              <a:t>    error = y_hat - y</a:t>
            </a:r>
          </a:p>
          <a:p>
            <a:r>
              <a:t>    grad = (1/m) * (X.T @ error)</a:t>
            </a:r>
          </a:p>
          <a:p>
            <a:r>
              <a:t>    self.weights -= self.lr * grad</a:t>
            </a:r>
          </a:p>
          <a:p/>
          <a:p>
            <a:r>
              <a:t>Updates weights to minimize log-loss.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predict_proba(self, X):</a:t>
            </a:r>
          </a:p>
          <a:p>
            <a:r>
              <a:t>    return sigmoid(X @ weights)</a:t>
            </a:r>
          </a:p>
          <a:p/>
          <a:p>
            <a:r>
              <a:t>def predict(self, X):</a:t>
            </a:r>
          </a:p>
          <a:p>
            <a:r>
              <a:t>    return (predict_proba(X) ≥ 0.5)</a:t>
            </a:r>
          </a:p>
          <a:p/>
          <a:p>
            <a:r>
              <a:t>Outputs probabilities and class labels.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Confusion Matrix</a:t>
            </a:r>
          </a:p>
          <a:p>
            <a:r>
              <a:t>• Accuracy</a:t>
            </a:r>
          </a:p>
          <a:p>
            <a:r>
              <a:t>• Precision</a:t>
            </a:r>
          </a:p>
          <a:p>
            <a:r>
              <a:t>• Recall</a:t>
            </a:r>
          </a:p>
          <a:p>
            <a:r>
              <a:t>• F1-score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Spam detection</a:t>
            </a:r>
          </a:p>
          <a:p>
            <a:r>
              <a:t>• Disease diagnosis</a:t>
            </a:r>
          </a:p>
          <a:p>
            <a:r>
              <a:t>• Fraud detection</a:t>
            </a:r>
          </a:p>
          <a:p>
            <a:r>
              <a:t>• Customer churn prediction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Probabilistic output</a:t>
            </a:r>
          </a:p>
          <a:p>
            <a:r>
              <a:t>• Interpretable</a:t>
            </a:r>
          </a:p>
          <a:p>
            <a:r>
              <a:t>• Efficient for binary classification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decision boundary</a:t>
            </a:r>
          </a:p>
          <a:p>
            <a:r>
              <a:t>• Not suitable for complex non-linear problems</a:t>
            </a:r>
          </a:p>
          <a:p>
            <a:r>
              <a:t>• Sensitive to outliers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