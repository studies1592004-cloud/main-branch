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Linear Regression from Scratch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Theory + Implementation using Gradient Descent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is a supervised learning algorithm used to predict a continuous value.</a:t>
            </a:r>
          </a:p>
          <a:p/>
          <a:p>
            <a:r>
              <a:t>It assumes a linear relationship between input features (X) and output (y).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continuous values</a:t>
            </a:r>
          </a:p>
          <a:p>
            <a:r>
              <a:t>• Understand relationship between variables</a:t>
            </a:r>
          </a:p>
          <a:p>
            <a:r>
              <a:t>• Baseline model for regression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 function:</a:t>
            </a:r>
          </a:p>
          <a:p/>
          <a:p>
            <a:r>
              <a:t>ŷ = w₀ + w₁x₁ + w₂x₂ + ... + wₙxₙ</a:t>
            </a:r>
          </a:p>
          <a:p/>
          <a:p>
            <a:r>
              <a:t>In matrix form:</a:t>
            </a:r>
          </a:p>
          <a:p>
            <a:r>
              <a:t>ŷ = Xw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Function (MSE)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Squared Error measures how far predictions are from actual values.</a:t>
            </a:r>
          </a:p>
          <a:p/>
          <a:p>
            <a:r>
              <a:t>J(w) = (1/2m) Σ (ŷ - y)²</a:t>
            </a:r>
          </a:p>
          <a:p/>
          <a:p>
            <a:r>
              <a:t>Goal: Minimize J(w)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Gradient Descent?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closed-form solution for large datasets</a:t>
            </a:r>
          </a:p>
          <a:p>
            <a:r>
              <a:t>• Efficient optimization technique</a:t>
            </a:r>
          </a:p>
          <a:p>
            <a:r>
              <a:t>• Iteratively updates weights to minimize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 Update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 = w - α · ∂J/∂w</a:t>
            </a:r>
          </a:p>
          <a:p/>
          <a:p>
            <a:r>
              <a:t>α = Learning rate</a:t>
            </a:r>
          </a:p>
          <a:p>
            <a:r>
              <a:t>∂J/∂w = Gradient of cost function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Batch Gradient Descent (BGD)</a:t>
            </a:r>
          </a:p>
          <a:p>
            <a:r>
              <a:t>• Stochastic Gradient Descent (SGD)</a:t>
            </a:r>
          </a:p>
          <a:p>
            <a:r>
              <a:t>• Mini-Batch Gradient Descent (MBGD)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scale features?</a:t>
            </a:r>
          </a:p>
          <a:p/>
          <a:p>
            <a:r>
              <a:t>• Faster convergence</a:t>
            </a:r>
          </a:p>
          <a:p>
            <a:r>
              <a:t>• Prevents dominance of large-valued features</a:t>
            </a:r>
          </a:p>
          <a:p/>
          <a:p>
            <a:r>
              <a:t>Min-Max Scaling:</a:t>
            </a:r>
          </a:p>
          <a:p>
            <a:r>
              <a:t>(x - min) / (max -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allows the model to fit data not passing through origin.</a:t>
            </a:r>
          </a:p>
          <a:p/>
          <a:p>
            <a:r>
              <a:t>Implemented by adding a column of ones to 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Pipeline (loading, cleaning, scaling)</a:t>
            </a:r>
          </a:p>
          <a:p>
            <a:r>
              <a:t>• Linear Regression Model</a:t>
            </a:r>
          </a:p>
          <a:p>
            <a:r>
              <a:t>• Training using Gradient Descent</a:t>
            </a:r>
          </a:p>
          <a:p>
            <a:r>
              <a:t>•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 Code (Core)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LinearRegressionGD:</a:t>
            </a:r>
          </a:p>
          <a:p>
            <a:r>
              <a:t>    def __init__(self, lr=0.01, epochs=10000):</a:t>
            </a:r>
          </a:p>
          <a:p>
            <a:r>
              <a:t>        self.lr = lr</a:t>
            </a:r>
          </a:p>
          <a:p>
            <a:r>
              <a:t>        self.epochs = epochs</a:t>
            </a:r>
          </a:p>
          <a:p>
            <a:r>
              <a:t>        self.weights = None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 Method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fit(self, X, y):</a:t>
            </a:r>
          </a:p>
          <a:p>
            <a:r>
              <a:t>    m, n = X.shape</a:t>
            </a:r>
          </a:p>
          <a:p>
            <a:r>
              <a:t>    self.weights = np.zeros(n)</a:t>
            </a:r>
          </a:p>
          <a:p/>
          <a:p>
            <a:r>
              <a:t>    for _ in range(self.epochs):</a:t>
            </a:r>
          </a:p>
          <a:p>
            <a:r>
              <a:t>        y_pred = X @ self.weights</a:t>
            </a:r>
          </a:p>
          <a:p>
            <a:r>
              <a:t>        error = y_pred - y</a:t>
            </a:r>
          </a:p>
          <a:p>
            <a:r>
              <a:t>        grad = (2/m) * (X.T @ error)</a:t>
            </a:r>
          </a:p>
          <a:p>
            <a:r>
              <a:t>        self.weights -= self.lr * grad</a:t>
            </a:r>
          </a:p>
          <a:p/>
          <a:p>
            <a:r>
              <a:t>• Computes predictions</a:t>
            </a:r>
          </a:p>
          <a:p>
            <a:r>
              <a:t>• Calculates error</a:t>
            </a:r>
          </a:p>
          <a:p>
            <a:r>
              <a:t>• Updates weights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predict(self, X):</a:t>
            </a:r>
          </a:p>
          <a:p>
            <a:r>
              <a:t>    return X @ self.weights</a:t>
            </a:r>
          </a:p>
          <a:p/>
          <a:p>
            <a:r>
              <a:t>Outputs continuous values.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Mean Squared Error (MSE)</a:t>
            </a:r>
          </a:p>
          <a:p>
            <a:r>
              <a:t>• Root Mean Squared Error (RMSE)</a:t>
            </a:r>
          </a:p>
          <a:p/>
          <a:p>
            <a:r>
              <a:t>Lower values indicate better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House price prediction</a:t>
            </a:r>
          </a:p>
          <a:p>
            <a:r>
              <a:t>• Energy consumption estimation</a:t>
            </a:r>
          </a:p>
          <a:p>
            <a:r>
              <a:t>• Sales forecasting</a:t>
            </a:r>
          </a:p>
          <a:p>
            <a:r>
              <a:t>• Stock trend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and interpretable</a:t>
            </a:r>
          </a:p>
          <a:p>
            <a:r>
              <a:t>• Fast to train</a:t>
            </a:r>
          </a:p>
          <a:p>
            <a:r>
              <a:t>• Works well for linear relationships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Cannot model non-linear relationships</a:t>
            </a:r>
          </a:p>
          <a:p>
            <a:r>
              <a:t>• Sensitive to outliers</a:t>
            </a:r>
          </a:p>
          <a:p>
            <a:r>
              <a:t>• Assumes linearity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