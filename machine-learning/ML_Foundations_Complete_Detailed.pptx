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Foundations – Complete Reference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Activation Functions • Loss Functions • Optimizers • Metrics</a:t>
            </a:r>
          </a:p>
          <a:p>
            <a:r>
              <a:t>Correlation • Overfitting • Statistical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Activation Functions</a:t>
            </a:r>
          </a:p>
          <a:p>
            <a:r>
              <a:t>Loss Functions</a:t>
            </a:r>
          </a:p>
          <a:p>
            <a:r>
              <a:t>Optimization Techniques</a:t>
            </a:r>
          </a:p>
          <a:p>
            <a:r>
              <a:t>Evaluation Metrics &amp; Equations</a:t>
            </a:r>
          </a:p>
          <a:p>
            <a:r>
              <a:t>Correlation</a:t>
            </a:r>
          </a:p>
          <a:p>
            <a:r>
              <a:t>Overfitting &amp; Underfitting</a:t>
            </a:r>
          </a:p>
          <a:p>
            <a:r>
              <a:t>Statistical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Activation functions introduce non-linearity into models.</a:t>
            </a:r>
          </a:p>
          <a:p/>
          <a:p>
            <a:r>
              <a:t>Without them, neural networks collapse to linear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σ(x) = 1 / (1 + e⁻ˣ)</a:t>
            </a:r>
          </a:p>
          <a:p/>
          <a:p>
            <a:r>
              <a:t>Range: (0, 1)</a:t>
            </a:r>
          </a:p>
          <a:p>
            <a:r>
              <a:t>Use: Binary classification output layer</a:t>
            </a:r>
          </a:p>
          <a:p/>
          <a:p>
            <a:r>
              <a:t>Pros:</a:t>
            </a:r>
          </a:p>
          <a:p>
            <a:r>
              <a:t>• Probabilistic output</a:t>
            </a:r>
          </a:p>
          <a:p/>
          <a:p>
            <a:r>
              <a:t>Cons:</a:t>
            </a:r>
          </a:p>
          <a:p>
            <a:r>
              <a:t>• Vanishing gradient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Tanh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Range: (-1, 1)</a:t>
            </a:r>
          </a:p>
          <a:p/>
          <a:p>
            <a:r>
              <a:t>Use: Hidden layers</a:t>
            </a:r>
          </a:p>
          <a:p/>
          <a:p>
            <a:r>
              <a:t>Pros:</a:t>
            </a:r>
          </a:p>
          <a:p>
            <a:r>
              <a:t>• Zero-centered</a:t>
            </a:r>
          </a:p>
          <a:p/>
          <a:p>
            <a:r>
              <a:t>Cons:</a:t>
            </a:r>
          </a:p>
          <a:p>
            <a:r>
              <a:t>• Vanishing gradient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ReLU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f(x) = max(0, x)</a:t>
            </a:r>
          </a:p>
          <a:p/>
          <a:p>
            <a:r>
              <a:t>Use: Default hidden layer activation</a:t>
            </a:r>
          </a:p>
          <a:p/>
          <a:p>
            <a:r>
              <a:t>Pros:</a:t>
            </a:r>
          </a:p>
          <a:p>
            <a:r>
              <a:t>• Fast</a:t>
            </a:r>
          </a:p>
          <a:p>
            <a:r>
              <a:t>• Sparse</a:t>
            </a:r>
          </a:p>
          <a:p/>
          <a:p>
            <a:r>
              <a:t>Cons:</a:t>
            </a:r>
          </a:p>
          <a:p>
            <a:r>
              <a:t>• Dying ReLU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Softmax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logits into class probabilities.</a:t>
            </a:r>
          </a:p>
          <a:p/>
          <a:p>
            <a:r>
              <a:t>Use: Multi-class classification output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functions quantify prediction error and guide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Squared Error (MSE)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MSE = (1/m) Σ (ŷ − y)²</a:t>
            </a:r>
          </a:p>
          <a:p/>
          <a:p>
            <a:r>
              <a:t>Use: Linear regression</a:t>
            </a:r>
          </a:p>
          <a:p/>
          <a:p>
            <a:r>
              <a:t>Sensitive to outliers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Cross-Entropy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= −[y log(ŷ) + (1−y)log(1−ŷ)]</a:t>
            </a:r>
          </a:p>
          <a:p/>
          <a:p>
            <a:r>
              <a:t>Use: Logistic regression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Algorithms that update weights to minimize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 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Gradient Descent</a:t>
            </a:r>
          </a:p>
          <a:p>
            <a:r>
              <a:t>Stochastic Gradient Descent</a:t>
            </a:r>
          </a:p>
          <a:p>
            <a:r>
              <a:t>Mini-Batch Gradient Descent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Optimizers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Momentum</a:t>
            </a:r>
          </a:p>
          <a:p>
            <a:r>
              <a:t>RMSProp</a:t>
            </a:r>
          </a:p>
          <a:p>
            <a:r>
              <a:t>Adam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assess how well the model performs.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TP: True Positive</a:t>
            </a:r>
          </a:p>
          <a:p>
            <a:r>
              <a:t>TN: True Negative</a:t>
            </a:r>
          </a:p>
          <a:p>
            <a:r>
              <a:t>FP: False Positive</a:t>
            </a:r>
          </a:p>
          <a:p>
            <a:r>
              <a:t>FN: False Negative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= (TP + TN) / (TP + TN + FP + FN)</a:t>
            </a:r>
          </a:p>
          <a:p/>
          <a:p>
            <a:r>
              <a:t>Precision = TP / (TP + FP)</a:t>
            </a:r>
          </a:p>
          <a:p/>
          <a:p>
            <a:r>
              <a:t>Recall = TP / (TP + FN)</a:t>
            </a:r>
          </a:p>
          <a:p/>
          <a:p>
            <a:r>
              <a:t>F1 = 2TP / (2TP + FP + FN)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strength and direction of relationship between variables.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Pearson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relationship measure.</a:t>
            </a:r>
          </a:p>
          <a:p/>
          <a:p>
            <a:r>
              <a:t>r = Cov(X,Y) / (σₓ σᵧ)</a:t>
            </a:r>
          </a:p>
          <a:p/>
          <a:p>
            <a:r>
              <a:t>Range: −1 to +1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Spearman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Rank-based correlation.</a:t>
            </a:r>
          </a:p>
          <a:p/>
          <a:p>
            <a:r>
              <a:t>Handles non-linear monotonic relationships.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vs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does NOT imply causation.</a:t>
            </a:r>
          </a:p>
          <a:p/>
          <a:p>
            <a:r>
              <a:t>Hidden variables may exist.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memorizes training data.</a:t>
            </a:r>
          </a:p>
          <a:p/>
          <a:p>
            <a:r>
              <a:t>High train accuracy, low test accuracy.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too simple to capture patterns.</a:t>
            </a:r>
          </a:p>
          <a:p/>
          <a:p>
            <a:r>
              <a:t>Poor performance everywhere.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Fundamental concepts used in ML and data analysis.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Mean, Median,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Mean: Average</a:t>
            </a:r>
          </a:p>
          <a:p>
            <a:r>
              <a:t>Median: Middle value</a:t>
            </a:r>
          </a:p>
          <a:p>
            <a:r>
              <a:t>Mode: Most frequent value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Variance.</a:t>
            </a:r>
          </a:p>
          <a:p/>
          <a:p>
            <a:r>
              <a:t>Tests whether multiple group means differ significantly.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Chi-Square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Tests independence between categorical variables.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